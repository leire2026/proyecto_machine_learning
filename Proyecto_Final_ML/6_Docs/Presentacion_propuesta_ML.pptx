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¿Podemos predecir la satisfacción con la vida?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Aplicación de técnicas de Machine Learning a datos de bienestar personal de Euskadi</a:t>
            </a:r>
          </a:p>
          <a:p>
            <a:r>
              <a:t>Nombre | Máster | 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bienestar es complejo y multidimensional.</a:t>
            </a:r>
          </a:p>
          <a:p>
            <a:r>
              <a:t>Tiene implicaciones sociales y sanitarias.</a:t>
            </a:r>
          </a:p>
          <a:p>
            <a:r>
              <a:t>¿Es posible predecirlo?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Explicar los factores asociados al bienestar.</a:t>
            </a:r>
          </a:p>
          <a:p>
            <a:r>
              <a:t>Predecir el bienestar elevado.</a:t>
            </a:r>
          </a:p>
          <a:p>
            <a:r>
              <a:t>Detectar perfiles diferenciados.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utilizados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Encuesta de Bienestar Personal de Euskadi (2024).</a:t>
            </a:r>
          </a:p>
          <a:p>
            <a:r>
              <a:t>5.284 registros y 45 variables.</a:t>
            </a:r>
          </a:p>
          <a:p>
            <a:r>
              <a:t>Variables sociodemográficas y subjetivas.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Eliminación de variables irrelevantes.</a:t>
            </a:r>
          </a:p>
          <a:p>
            <a:r>
              <a:t>Tratamiento de valores especiales.</a:t>
            </a:r>
          </a:p>
          <a:p>
            <a:r>
              <a:t>Reetiquetado y recodificación.</a:t>
            </a:r>
          </a:p>
          <a:p>
            <a:r>
              <a:t>45 → 27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Selección de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Relaciones personales.</a:t>
            </a:r>
          </a:p>
          <a:p>
            <a:r>
              <a:t>Sentido de la vida.</a:t>
            </a:r>
          </a:p>
          <a:p>
            <a:r>
              <a:t>Economía doméstica.</a:t>
            </a:r>
          </a:p>
          <a:p>
            <a:r>
              <a:t>Salud, estado de ánimo y confianza.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Regresión lineal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R² ≈ 0,59.</a:t>
            </a:r>
          </a:p>
          <a:p>
            <a:r>
              <a:t>Las variables demográficas aportan poco.</a:t>
            </a:r>
          </a:p>
          <a:p>
            <a:r>
              <a:t>Se mantiene un modelo parsimonioso.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 de enfoque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Nueva variable: Bienestar alto.</a:t>
            </a:r>
          </a:p>
          <a:p>
            <a:r>
              <a:t>0 = satisfacción 0–7.</a:t>
            </a:r>
          </a:p>
          <a:p>
            <a:r>
              <a:t>1 = satisfacción 8–10.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de clasificación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Regression.</a:t>
            </a:r>
          </a:p>
          <a:p>
            <a:r>
              <a:t>Decision Tree.</a:t>
            </a:r>
          </a:p>
          <a:p>
            <a:r>
              <a:t>Random Forest.</a:t>
            </a:r>
          </a:p>
          <a:p>
            <a:r>
              <a:t>Evaluación: Recall y F1.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Logistic: Recall 0,84 | F1 0,83.</a:t>
            </a:r>
          </a:p>
          <a:p>
            <a:r>
              <a:t>Decision Tree: Recall 0,82 | F1 0,82.</a:t>
            </a:r>
          </a:p>
          <a:p>
            <a:r>
              <a:t>Random Forest: Recall 0,88 | F1 0,84.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300 árboles.</a:t>
            </a:r>
          </a:p>
          <a:p>
            <a:r>
              <a:t>Profundidad máxima = 5.</a:t>
            </a:r>
          </a:p>
          <a:p>
            <a:r>
              <a:t>10 observaciones mínimas por hoja.</a:t>
            </a:r>
          </a:p>
          <a:p>
            <a:r>
              <a:t>Semilla = 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priorizó el Recall.</a:t>
            </a:r>
          </a:p>
          <a:p>
            <a:r>
              <a:t>Objetivo: minimizar falsos negativos.</a:t>
            </a:r>
          </a:p>
          <a:p>
            <a:r>
              <a:t>Recall = 88,4%.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Método del codo.</a:t>
            </a:r>
          </a:p>
          <a:p>
            <a:r>
              <a:t>Silhouette Score.</a:t>
            </a:r>
          </a:p>
          <a:p>
            <a:r>
              <a:t>Resultado: k = 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68 % de la muestra.</a:t>
            </a:r>
          </a:p>
          <a:p>
            <a:r>
              <a:t>Satisfacción vital media = 8,00.</a:t>
            </a:r>
          </a:p>
          <a:p>
            <a:r>
              <a:t>72 % con bienestar alto.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32 % de la muestra.</a:t>
            </a:r>
          </a:p>
          <a:p>
            <a:r>
              <a:t>Satisfacción vital media = 5,84.</a:t>
            </a:r>
          </a:p>
          <a:p>
            <a:r>
              <a:t>15 % con bienestar alto.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práctica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desarrollada en Streamlit.</a:t>
            </a:r>
          </a:p>
          <a:p>
            <a:r>
              <a:t>Predicción individual del bienestar.</a:t>
            </a:r>
          </a:p>
          <a:p>
            <a:r>
              <a:t>Herramienta funcional.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bienestar puede modelizarse.</a:t>
            </a:r>
          </a:p>
          <a:p>
            <a:r>
              <a:t>Las variables subjetivas son más relevantes.</a:t>
            </a:r>
          </a:p>
          <a:p>
            <a:r>
              <a:t>Random Forest fue el mejor modelo.</a:t>
            </a:r>
          </a:p>
          <a:p>
            <a:r>
              <a:t>K-Means identificó dos perfiles.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Líneas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Validación externa.</a:t>
            </a:r>
          </a:p>
          <a:p>
            <a:r>
              <a:t>Nuevos algoritmos.</a:t>
            </a:r>
          </a:p>
          <a:p>
            <a:r>
              <a:t>Aplicaciones preventivas.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¿Alguna pregunta?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